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F4444"/>
                </a:solidFill>
              </a:defRPr>
            </a:pPr>
            <a:r>
              <a:t>  Create a professional and visually appealing PowerPoint presentation in Python using the `python-pptx` library.</a:t>
            </a:r>
            <a:br/>
            <a:br/>
            <a:r>
              <a:t>TOPIC:</a:t>
            </a:r>
            <a:br/>
            <a:r>
              <a:t>Artificial Intelligence in Healthcare</a:t>
            </a:r>
            <a:br/>
            <a:br/>
            <a:r>
              <a:t>Presentation Requirements:</a:t>
            </a:r>
            <a:br/>
            <a:br/>
            <a:r>
              <a:t>* Generate 7 to 9 premium slides</a:t>
            </a:r>
            <a:br/>
            <a:r>
              <a:t>* Use modern glassmorphism UI design</a:t>
            </a:r>
            <a:br/>
            <a:r>
              <a:t>* Use futuristic healthcare color theme (blue, cyan, white)</a:t>
            </a:r>
            <a:br/>
            <a:r>
              <a:t>* Add attractive title slide</a:t>
            </a:r>
            <a:br/>
            <a:r>
              <a:t>* Use professional layouts with elegant spacing</a:t>
            </a:r>
            <a:br/>
            <a:r>
              <a:t>* Add visually appealing content cards and section dividers</a:t>
            </a:r>
            <a:br/>
            <a:br/>
            <a:r>
              <a:t>Slides to Include:</a:t>
            </a:r>
            <a:br/>
            <a:br/>
            <a:r>
              <a:t>1. Title Slide</a:t>
            </a:r>
            <a:br/>
            <a:br/>
            <a:r>
              <a:t>   * Artificial Intelligence in Healthcare</a:t>
            </a:r>
            <a:br/>
            <a:r>
              <a:t>   * Subtitle:</a:t>
            </a:r>
            <a:br/>
            <a:r>
              <a:t>     "Transforming Modern Medical Systems"</a:t>
            </a:r>
            <a:br/>
            <a:br/>
            <a:r>
              <a:t>2. Introduction to AI in Healthcare</a:t>
            </a:r>
            <a:br/>
            <a:br/>
            <a:r>
              <a:t>   * Definition of AI</a:t>
            </a:r>
            <a:br/>
            <a:r>
              <a:t>   * Importance in healthcare</a:t>
            </a:r>
            <a:br/>
            <a:r>
              <a:t>   * Growth of digital healthcare systems</a:t>
            </a:r>
            <a:br/>
            <a:br/>
            <a:r>
              <a:t>3. Applications of AI</a:t>
            </a:r>
            <a:br/>
            <a:br/>
            <a:r>
              <a:t>   * Medical diagnosis</a:t>
            </a:r>
            <a:br/>
            <a:r>
              <a:t>   * Disease prediction</a:t>
            </a:r>
            <a:br/>
            <a:r>
              <a:t>   * Drug discovery</a:t>
            </a:r>
            <a:br/>
            <a:r>
              <a:t>   * Virtual healthcare assistants</a:t>
            </a:r>
            <a:br/>
            <a:r>
              <a:t>   * Robotic surgeries</a:t>
            </a:r>
            <a:br/>
            <a:br/>
            <a:r>
              <a:t>4. Benefits of AI in Healthcare</a:t>
            </a:r>
            <a:br/>
            <a:br/>
            <a:r>
              <a:t>   * Faster diagnosis</a:t>
            </a:r>
            <a:br/>
            <a:r>
              <a:t>   * Improved patient care</a:t>
            </a:r>
            <a:br/>
            <a:r>
              <a:t>   * Reduced operational costs</a:t>
            </a:r>
            <a:br/>
            <a:r>
              <a:t>   * Better treatment accuracy</a:t>
            </a:r>
            <a:br/>
            <a:br/>
            <a:r>
              <a:t>5. Challenges and Risks</a:t>
            </a:r>
            <a:br/>
            <a:br/>
            <a:r>
              <a:t>   * Data privacy concerns</a:t>
            </a:r>
            <a:br/>
            <a:r>
              <a:t>   * Ethical issues</a:t>
            </a:r>
            <a:br/>
            <a:r>
              <a:t>   * Bias in AI models</a:t>
            </a:r>
            <a:br/>
            <a:r>
              <a:t>   * Dependence on technology</a:t>
            </a:r>
            <a:br/>
            <a:br/>
            <a:r>
              <a:t>6. Real World Examples</a:t>
            </a:r>
            <a:br/>
            <a:br/>
            <a:r>
              <a:t>   * AI in radiology</a:t>
            </a:r>
            <a:br/>
            <a:r>
              <a:t>   * AI powered chatbots</a:t>
            </a:r>
            <a:br/>
            <a:r>
              <a:t>   * Smart hospitals</a:t>
            </a:r>
            <a:br/>
            <a:r>
              <a:t>   * Wearable health devices</a:t>
            </a:r>
            <a:br/>
            <a:br/>
            <a:r>
              <a:t>7. Future of AI in Healthcare</a:t>
            </a:r>
            <a:br/>
            <a:br/>
            <a:r>
              <a:t>   * Personalized medicine</a:t>
            </a:r>
            <a:br/>
            <a:r>
              <a:t>   * AI powered surgeries</a:t>
            </a:r>
            <a:br/>
            <a:r>
              <a:t>   * Predictive healthcare systems</a:t>
            </a:r>
            <a:br/>
            <a:r>
              <a:t>   * Automation in hospitals</a:t>
            </a:r>
            <a:br/>
            <a:br/>
            <a:r>
              <a:t>8. Conclusion</a:t>
            </a:r>
            <a:br/>
            <a:br/>
            <a:r>
              <a:t>   * AI is revolutionizing healthcare</a:t>
            </a:r>
            <a:br/>
            <a:r>
              <a:t>   * Innovation will continue to grow</a:t>
            </a:r>
            <a:br/>
            <a:r>
              <a:t>   * Human + AI collaboration is the future</a:t>
            </a:r>
            <a:br/>
            <a:br/>
            <a:r>
              <a:t>Technical Requirements:</a:t>
            </a:r>
            <a:br/>
            <a:br/>
            <a:r>
              <a:t>* Use:</a:t>
            </a:r>
            <a:br/>
            <a:br/>
            <a:r>
              <a:t>  * Presentation</a:t>
            </a:r>
            <a:br/>
            <a:r>
              <a:t>  * Inches</a:t>
            </a:r>
            <a:br/>
            <a:r>
              <a:t>  * Pt</a:t>
            </a:r>
            <a:br/>
            <a:r>
              <a:t>  * RGBColor</a:t>
            </a:r>
            <a:br/>
            <a:r>
              <a:t>  * MSO_AUTO_SHAPE_TYPE</a:t>
            </a:r>
            <a:br/>
            <a:r>
              <a:t>* Use rounded rectangles for content sections</a:t>
            </a:r>
            <a:br/>
            <a:r>
              <a:t>* Add footer on every slide</a:t>
            </a:r>
            <a:br/>
            <a:r>
              <a:t>* Use clean typography</a:t>
            </a:r>
            <a:br/>
            <a:r>
              <a:t>* Add proper spacing and alignment</a:t>
            </a:r>
            <a:br/>
            <a:r>
              <a:t>* Use only concise bullet points</a:t>
            </a:r>
            <a:br/>
            <a:r>
              <a:t>* Maintain consistent theme throughout the presentation</a:t>
            </a:r>
            <a:br/>
            <a:br/>
            <a:r>
              <a:t>IMPORTANT:</a:t>
            </a:r>
            <a:br/>
            <a:br/>
            <a:r>
              <a:t>* Return ONLY executable Python code</a:t>
            </a:r>
            <a:br/>
            <a:r>
              <a:t>* Do NOT return markdown</a:t>
            </a:r>
            <a:br/>
            <a:r>
              <a:t>* Do NOT use ```python blocks</a:t>
            </a:r>
            <a:br/>
            <a:r>
              <a:t>* Ensure code runs without syntax errors</a:t>
            </a:r>
            <a:br/>
            <a:r>
              <a:t>* RGBColor must always contain exactly 3 integer values</a:t>
            </a:r>
            <a:br/>
            <a:r>
              <a:t> </a:t>
            </a:r>
            <a:b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FFF5F5"/>
                </a:solidFill>
              </a:defRPr>
            </a:pPr>
            <a:r>
              <a:t>AI Powered Professional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Generated using Smart PPT Studio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5F5"/>
                </a:solidFill>
              </a:defRPr>
            </a:pPr>
            <a:r>
              <a:t>Introduction to   Create a professional and visually appealing PowerPoint presentation in Python using the `python-pptx` library.</a:t>
            </a:r>
            <a:br/>
            <a:br/>
            <a:r>
              <a:t>TOPIC:</a:t>
            </a:r>
            <a:br/>
            <a:r>
              <a:t>Artificial Intelligence in Healthcare</a:t>
            </a:r>
            <a:br/>
            <a:br/>
            <a:r>
              <a:t>Presentation Requirements:</a:t>
            </a:r>
            <a:br/>
            <a:br/>
            <a:r>
              <a:t>* Generate 7 to 9 premium slides</a:t>
            </a:r>
            <a:br/>
            <a:r>
              <a:t>* Use modern glassmorphism UI design</a:t>
            </a:r>
            <a:br/>
            <a:r>
              <a:t>* Use futuristic healthcare color theme (blue, cyan, white)</a:t>
            </a:r>
            <a:br/>
            <a:r>
              <a:t>* Add attractive title slide</a:t>
            </a:r>
            <a:br/>
            <a:r>
              <a:t>* Use professional layouts with elegant spacing</a:t>
            </a:r>
            <a:br/>
            <a:r>
              <a:t>* Add visually appealing content cards and section dividers</a:t>
            </a:r>
            <a:br/>
            <a:br/>
            <a:r>
              <a:t>Slides to Include:</a:t>
            </a:r>
            <a:br/>
            <a:br/>
            <a:r>
              <a:t>1. Title Slide</a:t>
            </a:r>
            <a:br/>
            <a:br/>
            <a:r>
              <a:t>   * Artificial Intelligence in Healthcare</a:t>
            </a:r>
            <a:br/>
            <a:r>
              <a:t>   * Subtitle:</a:t>
            </a:r>
            <a:br/>
            <a:r>
              <a:t>     "Transforming Modern Medical Systems"</a:t>
            </a:r>
            <a:br/>
            <a:br/>
            <a:r>
              <a:t>2. Introduction to AI in Healthcare</a:t>
            </a:r>
            <a:br/>
            <a:br/>
            <a:r>
              <a:t>   * Definition of AI</a:t>
            </a:r>
            <a:br/>
            <a:r>
              <a:t>   * Importance in healthcare</a:t>
            </a:r>
            <a:br/>
            <a:r>
              <a:t>   * Growth of digital healthcare systems</a:t>
            </a:r>
            <a:br/>
            <a:br/>
            <a:r>
              <a:t>3. Applications of AI</a:t>
            </a:r>
            <a:br/>
            <a:br/>
            <a:r>
              <a:t>   * Medical diagnosis</a:t>
            </a:r>
            <a:br/>
            <a:r>
              <a:t>   * Disease prediction</a:t>
            </a:r>
            <a:br/>
            <a:r>
              <a:t>   * Drug discovery</a:t>
            </a:r>
            <a:br/>
            <a:r>
              <a:t>   * Virtual healthcare assistants</a:t>
            </a:r>
            <a:br/>
            <a:r>
              <a:t>   * Robotic surgeries</a:t>
            </a:r>
            <a:br/>
            <a:br/>
            <a:r>
              <a:t>4. Benefits of AI in Healthcare</a:t>
            </a:r>
            <a:br/>
            <a:br/>
            <a:r>
              <a:t>   * Faster diagnosis</a:t>
            </a:r>
            <a:br/>
            <a:r>
              <a:t>   * Improved patient care</a:t>
            </a:r>
            <a:br/>
            <a:r>
              <a:t>   * Reduced operational costs</a:t>
            </a:r>
            <a:br/>
            <a:r>
              <a:t>   * Better treatment accuracy</a:t>
            </a:r>
            <a:br/>
            <a:br/>
            <a:r>
              <a:t>5. Challenges and Risks</a:t>
            </a:r>
            <a:br/>
            <a:br/>
            <a:r>
              <a:t>   * Data privacy concerns</a:t>
            </a:r>
            <a:br/>
            <a:r>
              <a:t>   * Ethical issues</a:t>
            </a:r>
            <a:br/>
            <a:r>
              <a:t>   * Bias in AI models</a:t>
            </a:r>
            <a:br/>
            <a:r>
              <a:t>   * Dependence on technology</a:t>
            </a:r>
            <a:br/>
            <a:br/>
            <a:r>
              <a:t>6. Real World Examples</a:t>
            </a:r>
            <a:br/>
            <a:br/>
            <a:r>
              <a:t>   * AI in radiology</a:t>
            </a:r>
            <a:br/>
            <a:r>
              <a:t>   * AI powered chatbots</a:t>
            </a:r>
            <a:br/>
            <a:r>
              <a:t>   * Smart hospitals</a:t>
            </a:r>
            <a:br/>
            <a:r>
              <a:t>   * Wearable health devices</a:t>
            </a:r>
            <a:br/>
            <a:br/>
            <a:r>
              <a:t>7. Future of AI in Healthcare</a:t>
            </a:r>
            <a:br/>
            <a:br/>
            <a:r>
              <a:t>   * Personalized medicine</a:t>
            </a:r>
            <a:br/>
            <a:r>
              <a:t>   * AI powered surgeries</a:t>
            </a:r>
            <a:br/>
            <a:r>
              <a:t>   * Predictive healthcare systems</a:t>
            </a:r>
            <a:br/>
            <a:r>
              <a:t>   * Automation in hospitals</a:t>
            </a:r>
            <a:br/>
            <a:br/>
            <a:r>
              <a:t>8. Conclusion</a:t>
            </a:r>
            <a:br/>
            <a:br/>
            <a:r>
              <a:t>   * AI is revolutionizing healthcare</a:t>
            </a:r>
            <a:br/>
            <a:r>
              <a:t>   * Innovation will continue to grow</a:t>
            </a:r>
            <a:br/>
            <a:r>
              <a:t>   * Human + AI collaboration is the future</a:t>
            </a:r>
            <a:br/>
            <a:br/>
            <a:r>
              <a:t>Technical Requirements:</a:t>
            </a:r>
            <a:br/>
            <a:br/>
            <a:r>
              <a:t>* Use:</a:t>
            </a:r>
            <a:br/>
            <a:br/>
            <a:r>
              <a:t>  * Presentation</a:t>
            </a:r>
            <a:br/>
            <a:r>
              <a:t>  * Inches</a:t>
            </a:r>
            <a:br/>
            <a:r>
              <a:t>  * Pt</a:t>
            </a:r>
            <a:br/>
            <a:r>
              <a:t>  * RGBColor</a:t>
            </a:r>
            <a:br/>
            <a:r>
              <a:t>  * MSO_AUTO_SHAPE_TYPE</a:t>
            </a:r>
            <a:br/>
            <a:r>
              <a:t>* Use rounded rectangles for content sections</a:t>
            </a:r>
            <a:br/>
            <a:r>
              <a:t>* Add footer on every slide</a:t>
            </a:r>
            <a:br/>
            <a:r>
              <a:t>* Use clean typography</a:t>
            </a:r>
            <a:br/>
            <a:r>
              <a:t>* Add proper spacing and alignment</a:t>
            </a:r>
            <a:br/>
            <a:r>
              <a:t>* Use only concise bullet points</a:t>
            </a:r>
            <a:br/>
            <a:r>
              <a:t>* Maintain consistent theme throughout the presentation</a:t>
            </a:r>
            <a:br/>
            <a:br/>
            <a:r>
              <a:t>IMPORTANT:</a:t>
            </a:r>
            <a:br/>
            <a:br/>
            <a:r>
              <a:t>* Return ONLY executable Python code</a:t>
            </a:r>
            <a:br/>
            <a:r>
              <a:t>* Do NOT return markdown</a:t>
            </a:r>
            <a:br/>
            <a:r>
              <a:t>* Do NOT use ```python blocks</a:t>
            </a:r>
            <a:br/>
            <a:r>
              <a:t>* Ensure code runs without syntax errors</a:t>
            </a:r>
            <a:br/>
            <a:r>
              <a:t>* RGBColor must always contain exactly 3 integer values</a:t>
            </a:r>
            <a:br/>
            <a:r>
              <a:t> </a:t>
            </a:r>
            <a:br/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7498079" cy="4206240"/>
          </a:xfrm>
          <a:prstGeom prst="roundRect">
            <a:avLst/>
          </a:prstGeom>
          <a:solidFill>
            <a:srgbClr val="2D1414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400"/>
              </a:spcAft>
              <a:defRPr sz="2000">
                <a:solidFill>
                  <a:srgbClr val="FFF5F5"/>
                </a:solidFill>
              </a:defRPr>
            </a:pPr>
            <a:r>
              <a:t>• Overview of the topic</a:t>
            </a:r>
          </a:p>
          <a:p>
            <a:pPr>
              <a:spcAft>
                <a:spcPts val="1400"/>
              </a:spcAft>
              <a:defRPr sz="2000">
                <a:solidFill>
                  <a:srgbClr val="FFF5F5"/>
                </a:solidFill>
              </a:defRPr>
            </a:pPr>
            <a:r>
              <a:t>• Importance in modern industries</a:t>
            </a:r>
          </a:p>
          <a:p>
            <a:pPr>
              <a:spcAft>
                <a:spcPts val="1400"/>
              </a:spcAft>
              <a:defRPr sz="2000">
                <a:solidFill>
                  <a:srgbClr val="FFF5F5"/>
                </a:solidFill>
              </a:defRPr>
            </a:pPr>
            <a:r>
              <a:t>• Core concepts and fundamentals</a:t>
            </a:r>
          </a:p>
          <a:p>
            <a:pPr>
              <a:spcAft>
                <a:spcPts val="1400"/>
              </a:spcAft>
              <a:defRPr sz="2000">
                <a:solidFill>
                  <a:srgbClr val="FFF5F5"/>
                </a:solidFill>
              </a:defRPr>
            </a:pPr>
            <a:r>
              <a:t>• Emerging innovations and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Generated using Smart PPT Studio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5F5"/>
                </a:solidFill>
              </a:defRPr>
            </a:pPr>
            <a:r>
              <a:t>Major Benefits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7498079" cy="4206240"/>
          </a:xfrm>
          <a:prstGeom prst="roundRect">
            <a:avLst/>
          </a:prstGeom>
          <a:solidFill>
            <a:srgbClr val="2D1414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400"/>
              </a:spcAft>
              <a:defRPr sz="2000">
                <a:solidFill>
                  <a:srgbClr val="FFF5F5"/>
                </a:solidFill>
              </a:defRPr>
            </a:pPr>
            <a:r>
              <a:t>• Enhanced operational efficiency</a:t>
            </a:r>
          </a:p>
          <a:p>
            <a:pPr>
              <a:spcAft>
                <a:spcPts val="1400"/>
              </a:spcAft>
              <a:defRPr sz="2000">
                <a:solidFill>
                  <a:srgbClr val="FFF5F5"/>
                </a:solidFill>
              </a:defRPr>
            </a:pPr>
            <a:r>
              <a:t>• Better decision making</a:t>
            </a:r>
          </a:p>
          <a:p>
            <a:pPr>
              <a:spcAft>
                <a:spcPts val="1400"/>
              </a:spcAft>
              <a:defRPr sz="2000">
                <a:solidFill>
                  <a:srgbClr val="FFF5F5"/>
                </a:solidFill>
              </a:defRPr>
            </a:pPr>
            <a:r>
              <a:t>• Scalable implementation</a:t>
            </a:r>
          </a:p>
          <a:p>
            <a:pPr>
              <a:spcAft>
                <a:spcPts val="1400"/>
              </a:spcAft>
              <a:defRPr sz="2000">
                <a:solidFill>
                  <a:srgbClr val="FFF5F5"/>
                </a:solidFill>
              </a:defRPr>
            </a:pPr>
            <a:r>
              <a:t>• Improved 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Generated using Smart PPT Studio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5F5"/>
                </a:solidFill>
              </a:defRPr>
            </a:pPr>
            <a:r>
              <a:t>Challenges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7498079" cy="4206240"/>
          </a:xfrm>
          <a:prstGeom prst="roundRect">
            <a:avLst/>
          </a:prstGeom>
          <a:solidFill>
            <a:srgbClr val="2D1414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400"/>
              </a:spcAft>
              <a:defRPr sz="2000">
                <a:solidFill>
                  <a:srgbClr val="FFF5F5"/>
                </a:solidFill>
              </a:defRPr>
            </a:pPr>
            <a:r>
              <a:t>• Complex implementation process</a:t>
            </a:r>
          </a:p>
          <a:p>
            <a:pPr>
              <a:spcAft>
                <a:spcPts val="1400"/>
              </a:spcAft>
              <a:defRPr sz="2000">
                <a:solidFill>
                  <a:srgbClr val="FFF5F5"/>
                </a:solidFill>
              </a:defRPr>
            </a:pPr>
            <a:r>
              <a:t>• High infrastructure costs</a:t>
            </a:r>
          </a:p>
          <a:p>
            <a:pPr>
              <a:spcAft>
                <a:spcPts val="1400"/>
              </a:spcAft>
              <a:defRPr sz="2000">
                <a:solidFill>
                  <a:srgbClr val="FFF5F5"/>
                </a:solidFill>
              </a:defRPr>
            </a:pPr>
            <a:r>
              <a:t>• Security and compliance risks</a:t>
            </a:r>
          </a:p>
          <a:p>
            <a:pPr>
              <a:spcAft>
                <a:spcPts val="1400"/>
              </a:spcAft>
              <a:defRPr sz="2000">
                <a:solidFill>
                  <a:srgbClr val="FFF5F5"/>
                </a:solidFill>
              </a:defRPr>
            </a:pPr>
            <a:r>
              <a:t>• Requirement of skilled professionals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Generated using Smart PPT Studio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5F5"/>
                </a:solidFill>
              </a:defRPr>
            </a:pPr>
            <a:r>
              <a:t>Industry Applications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7498079" cy="4206240"/>
          </a:xfrm>
          <a:prstGeom prst="roundRect">
            <a:avLst/>
          </a:prstGeom>
          <a:solidFill>
            <a:srgbClr val="2D1414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400"/>
              </a:spcAft>
              <a:defRPr sz="2000">
                <a:solidFill>
                  <a:srgbClr val="FFF5F5"/>
                </a:solidFill>
              </a:defRPr>
            </a:pPr>
            <a:r>
              <a:t>• Healthcare and diagnostics</a:t>
            </a:r>
          </a:p>
          <a:p>
            <a:pPr>
              <a:spcAft>
                <a:spcPts val="1400"/>
              </a:spcAft>
              <a:defRPr sz="2000">
                <a:solidFill>
                  <a:srgbClr val="FFF5F5"/>
                </a:solidFill>
              </a:defRPr>
            </a:pPr>
            <a:r>
              <a:t>• Finance and analytics</a:t>
            </a:r>
          </a:p>
          <a:p>
            <a:pPr>
              <a:spcAft>
                <a:spcPts val="1400"/>
              </a:spcAft>
              <a:defRPr sz="2000">
                <a:solidFill>
                  <a:srgbClr val="FFF5F5"/>
                </a:solidFill>
              </a:defRPr>
            </a:pPr>
            <a:r>
              <a:t>• Retail and personalization</a:t>
            </a:r>
          </a:p>
          <a:p>
            <a:pPr>
              <a:spcAft>
                <a:spcPts val="1400"/>
              </a:spcAft>
              <a:defRPr sz="2000">
                <a:solidFill>
                  <a:srgbClr val="FFF5F5"/>
                </a:solidFill>
              </a:defRPr>
            </a:pPr>
            <a:r>
              <a:t>• Manufacturing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Generated using Smart PPT Studio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5F5"/>
                </a:solidFill>
              </a:defRPr>
            </a:pPr>
            <a:r>
              <a:t>Future Opportunities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7498079" cy="4206240"/>
          </a:xfrm>
          <a:prstGeom prst="roundRect">
            <a:avLst/>
          </a:prstGeom>
          <a:solidFill>
            <a:srgbClr val="2D1414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400"/>
              </a:spcAft>
              <a:defRPr sz="2000">
                <a:solidFill>
                  <a:srgbClr val="FFF5F5"/>
                </a:solidFill>
              </a:defRPr>
            </a:pPr>
            <a:r>
              <a:t>• Rapid technological growth</a:t>
            </a:r>
          </a:p>
          <a:p>
            <a:pPr>
              <a:spcAft>
                <a:spcPts val="1400"/>
              </a:spcAft>
              <a:defRPr sz="2000">
                <a:solidFill>
                  <a:srgbClr val="FFF5F5"/>
                </a:solidFill>
              </a:defRPr>
            </a:pPr>
            <a:r>
              <a:t>• AI driven innovation</a:t>
            </a:r>
          </a:p>
          <a:p>
            <a:pPr>
              <a:spcAft>
                <a:spcPts val="1400"/>
              </a:spcAft>
              <a:defRPr sz="2000">
                <a:solidFill>
                  <a:srgbClr val="FFF5F5"/>
                </a:solidFill>
              </a:defRPr>
            </a:pPr>
            <a:r>
              <a:t>• Expansion into new industries</a:t>
            </a:r>
          </a:p>
          <a:p>
            <a:pPr>
              <a:spcAft>
                <a:spcPts val="1400"/>
              </a:spcAft>
              <a:defRPr sz="2000">
                <a:solidFill>
                  <a:srgbClr val="FFF5F5"/>
                </a:solidFill>
              </a:defRPr>
            </a:pPr>
            <a:r>
              <a:t>• Increased automation adoption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Generated using Smart PPT Studio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5F5"/>
                </a:solidFill>
              </a:defRPr>
            </a:pPr>
            <a:r>
              <a:t>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7498079" cy="4206240"/>
          </a:xfrm>
          <a:prstGeom prst="roundRect">
            <a:avLst/>
          </a:prstGeom>
          <a:solidFill>
            <a:srgbClr val="2D1414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400"/>
              </a:spcAft>
              <a:defRPr sz="2000">
                <a:solidFill>
                  <a:srgbClr val="FFF5F5"/>
                </a:solidFill>
              </a:defRPr>
            </a:pPr>
            <a:r>
              <a:t>• Technology adoption is accelerating</a:t>
            </a:r>
          </a:p>
          <a:p>
            <a:pPr>
              <a:spcAft>
                <a:spcPts val="1400"/>
              </a:spcAft>
              <a:defRPr sz="2000">
                <a:solidFill>
                  <a:srgbClr val="FFF5F5"/>
                </a:solidFill>
              </a:defRPr>
            </a:pPr>
            <a:r>
              <a:t>• Businesses must adapt strategically</a:t>
            </a:r>
          </a:p>
          <a:p>
            <a:pPr>
              <a:spcAft>
                <a:spcPts val="1400"/>
              </a:spcAft>
              <a:defRPr sz="2000">
                <a:solidFill>
                  <a:srgbClr val="FFF5F5"/>
                </a:solidFill>
              </a:defRPr>
            </a:pPr>
            <a:r>
              <a:t>• Innovation drives long term success</a:t>
            </a:r>
          </a:p>
          <a:p>
            <a:pPr>
              <a:spcAft>
                <a:spcPts val="1400"/>
              </a:spcAft>
              <a:defRPr sz="2000">
                <a:solidFill>
                  <a:srgbClr val="FFF5F5"/>
                </a:solidFill>
              </a:defRPr>
            </a:pPr>
            <a:r>
              <a:t>• Future potential remains enormous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Generated using Smart PPT Studio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