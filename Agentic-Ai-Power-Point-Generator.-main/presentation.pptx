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Renewable Energy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Innovations and Trends Shaping a Sustainable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Renewable Energy?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Energy derived from natural sources that are replenished at a higher rate than they are consumed.</a:t>
            </a:r>
          </a:p>
          <a:p>
            <a:pPr>
              <a:defRPr sz="2000"/>
            </a:pPr>
            <a:r>
              <a:t>Examples include solar, wind, hydro, geothermal, and biomass.</a:t>
            </a:r>
          </a:p>
          <a:p>
            <a:pPr>
              <a:defRPr sz="2000"/>
            </a:pPr>
            <a:r>
              <a:t>Crucial for mitigating climate change and achieving energy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Solar Power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Perovskite Solar Cells:</a:t>
            </a:r>
          </a:p>
          <a:p>
            <a:pPr lvl="1">
              <a:defRPr sz="2000"/>
            </a:pPr>
            <a:r>
              <a:t>Higher efficiency, flexibility, and lower manufacturing costs.</a:t>
            </a:r>
          </a:p>
          <a:p>
            <a:pPr>
              <a:spcAft>
                <a:spcPts val="1200"/>
              </a:spcAft>
              <a:defRPr sz="2400" b="1"/>
            </a:pPr>
            <a:r>
              <a:t>Floating Solar Farms (Floatovoltaics):</a:t>
            </a:r>
          </a:p>
          <a:p>
            <a:pPr lvl="1">
              <a:defRPr sz="2000"/>
            </a:pPr>
            <a:r>
              <a:t>Utilizes water bodies to save land space and reduce evaporation.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Building-Integrated Photovoltaics (BIPV):</a:t>
            </a:r>
          </a:p>
          <a:p>
            <a:pPr lvl="1">
              <a:defRPr sz="2000"/>
            </a:pPr>
            <a:r>
              <a:t>Integrates solar technology into building materials like roofs and facades.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66"/>
                </a:solidFill>
              </a:defRPr>
            </a:pPr>
            <a:r>
              <a:t>Wind Energy Advancements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Larger and More Efficient Turbines:</a:t>
            </a:r>
          </a:p>
          <a:p>
            <a:pPr lvl="1">
              <a:defRPr sz="2000"/>
            </a:pPr>
            <a:r>
              <a:t>Offshore wind farms are becoming increasingly powerful, with turbines reaching record sizes.</a:t>
            </a:r>
          </a:p>
          <a:p>
            <a:pPr>
              <a:spcAft>
                <a:spcPts val="1200"/>
              </a:spcAft>
              <a:defRPr sz="2400" b="1"/>
            </a:pPr>
            <a:r>
              <a:t>Floating Offshore Wind Turbines:</a:t>
            </a:r>
          </a:p>
          <a:p>
            <a:pPr lvl="1">
              <a:defRPr sz="2000"/>
            </a:pPr>
            <a:r>
              <a:t>Opens up new areas with deep waters, previously inaccessible for wind energy.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0033"/>
                </a:solidFill>
              </a:defRPr>
            </a:pPr>
            <a:r>
              <a:t>Energy Storage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Advanced Battery Technologies:</a:t>
            </a:r>
          </a:p>
          <a:p>
            <a:pPr lvl="1">
              <a:defRPr sz="2000"/>
            </a:pPr>
            <a:r>
              <a:t>Next-generation lithium-ion, solid-state batteries offering higher energy density and faster charging.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Grid-Scale Storage:</a:t>
            </a:r>
          </a:p>
          <a:p>
            <a:pPr lvl="1">
              <a:defRPr sz="2000"/>
            </a:pPr>
            <a:r>
              <a:t>Pumped hydro, compressed air energy storage (CAES), and flow batteries.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00"/>
                </a:solidFill>
              </a:defRPr>
            </a:pPr>
            <a:r>
              <a:t>AI &amp; Digitalization in Renewables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 b="1"/>
            </a:pPr>
            <a:r>
              <a:t>Predictive Maintenance:</a:t>
            </a:r>
          </a:p>
          <a:p>
            <a:pPr lvl="1">
              <a:defRPr sz="2000"/>
            </a:pPr>
            <a:r>
              <a:t>AI algorithms predict equipment failures, optimizing operations and reducing downtime.</a:t>
            </a:r>
          </a:p>
          <a:p>
            <a:pPr>
              <a:spcAft>
                <a:spcPts val="1200"/>
              </a:spcAft>
              <a:defRPr sz="2400" b="1"/>
            </a:pPr>
            <a:r>
              <a:t>Smart Grids:</a:t>
            </a:r>
          </a:p>
          <a:p>
            <a:pPr lvl="1">
              <a:defRPr sz="2000"/>
            </a:pPr>
            <a:r>
              <a:t>Digitalization enables real-time monitoring, load balancing, and integration of distributed renewable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00"/>
                </a:solidFill>
              </a:defRPr>
            </a:pPr>
            <a:r>
              <a:t>Conclusion &amp; 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200"/>
            </a:pPr>
            <a:r>
              <a:t>Renewable energy is no longer an alternative, but the cornerstone of a sustainable future.</a:t>
            </a:r>
          </a:p>
          <a:p>
            <a:pPr>
              <a:spcAft>
                <a:spcPts val="2000"/>
              </a:spcAft>
              <a:defRPr sz="2200"/>
            </a:pPr>
            <a:r>
              <a:t>Continued innovation in technology, storage, and grid management is key.</a:t>
            </a:r>
          </a:p>
          <a:p>
            <a:pPr>
              <a:defRPr sz="2200"/>
            </a:pPr>
            <a:r>
              <a:t>Global collaboration and supportive policies are essential for accelerating the transition.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